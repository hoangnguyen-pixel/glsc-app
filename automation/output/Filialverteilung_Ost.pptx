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Filial- und Personalverteilung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arbeitet wo, und wer springt bei Bedarf in welcher weiteren Filiale ein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Hersfeld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Thanh Nguyen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Kirchheim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2536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63976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Baunatal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72536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63976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Bongkotchakon Abramowski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45688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Kassel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72536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463976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Claudine Lucia Angeli Müller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445688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Kassel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72536" y="3922776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463976" y="3922776"/>
            <a:ext cx="2394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Diem Thi Thanh Roth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72536" y="4937760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63976" y="4992624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Hazel Kneipp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445688" y="5441594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Kassel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42152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33592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Bovenden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42152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33592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Le Tran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315304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Göttingen Kauf Park, Göttingen Lutter, Göttingen Weender Str.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111767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203207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Einbeck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111767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203207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Phung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184919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Northeim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11767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203207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Thu Hang Chu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184919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Northeim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8FCE7A"/>
          </a:solidFill>
          <a:ln w="12700">
            <a:solidFill>
              <a:srgbClr val="8FCE7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0392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Minijob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99384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46856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 Shopleiter/-in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095848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43320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892311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39783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Teilzeit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02920" y="631850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= arbeitet bei Bedarf auch in einer weiteren Filiale (Zweitfiliale, z. B. bei Krankheit oder Urlaub)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661111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3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Alle Mitarbeitenden sind verpflichtet, bei Bedarf in einer anderen Filiale des eigenen Bereichs zu arbeiten.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0774375" y="6611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Seite 1 von 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Filial- und Personalverteilung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arbeitet wo, und wer springt bei Bedarf in welcher weiteren Filiale ein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Göttingen Kauf Park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Giang Ngo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Göttingen Weender Str.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Lan Anh Nguyen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Bovenden, Göttingen Lutter, Göttingen Weender Str.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72536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63976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Göttingen Lutter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372536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463976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Phuong Hoang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445688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Göttingen Kauf Park, Göttingen Weender Str.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72536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463976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Viet Nguyen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445688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Göttingen Kauf Park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72536" y="3922776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463976" y="3977640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Chung Ngo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45688" y="4426610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Göttingen Kauf Park, Göttingen Weender Str.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42152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33592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Göttingen Weender Str.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242152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33592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Viet Nguyen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15304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Göttingen Kauf Park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11767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203207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Heilbad Heiligenstadt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111767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203207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Abdulhamid Husamuldin Abdulhamid Sultan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184919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Göttingen Kauf Park, Göttingen Lutter, Göttingen Weender Str.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111767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8FCE7A"/>
          </a:solidFill>
          <a:ln w="12700">
            <a:solidFill>
              <a:srgbClr val="8FCE7A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203207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Hieu Nguyen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184919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Göttingen Weender Str.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11767" y="3922776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203207" y="3977640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Long Doan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9184919" y="4426610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Nordhausen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11767" y="4937760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9203207" y="4992624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Thu Vi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184919" y="5441594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Nordhausen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8FCE7A"/>
          </a:solidFill>
          <a:ln w="12700">
            <a:solidFill>
              <a:srgbClr val="8FCE7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50392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Minijob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299384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646856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 Shopleiter/-in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095848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43320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892311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239783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Teilzeit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502920" y="631850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= arbeitet bei Bedarf auch in einer weiteren Filiale (Zweitfiliale, z. B. bei Krankheit oder Urlaub)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502920" y="661111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3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Alle Mitarbeitenden sind verpflichtet, bei Bedarf in einer anderen Filiale des eigenen Bereichs zu arbeiten.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10774375" y="6611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Seite 2 von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Filial- und Personalverteilung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arbeitet wo, und wer springt bei Bedarf in welcher weiteren Filiale ein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Homberg (Efze)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Chutikan Gimpel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Kirchheim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Yanisa Puchta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Baunatal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72536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63976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Kassel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372536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463976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Aldrin Frias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445688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Baunatal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72536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463976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Thu Hang Pham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45688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Baunatal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42152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333592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Kirchheim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42152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33592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Chunhua Loutchan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315304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Bad Hersfeld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8FCE7A"/>
          </a:solidFill>
          <a:ln w="12700">
            <a:solidFill>
              <a:srgbClr val="8FCE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0392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Minijob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99384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46856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 Shopleiter/-in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95848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3320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892311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39783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Teilzeit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31850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= arbeitet bei Bedarf auch in einer weiteren Filiale (Zweitfiliale, z. B. bei Krankheit oder Urlaub)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61111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3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Alle Mitarbeitenden sind verpflichtet, bei Bedarf in einer anderen Filiale des eigenen Bereichs zu arbeiten.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774375" y="6611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Seite 3 von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Filial- und Personalverteilung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arbeitet wo, und wer springt bei Bedarf in welcher weiteren Filiale ein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Nordhausen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Nga Pham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Heilbad Heiligenstadt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Nuong Nguyen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Heilbad Heiligenstadt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72536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63976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Northeim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372536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463976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Nhung Cao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445688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Einbeck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72536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463976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Thanh Huyen Ton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45688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Bovenden, Heilbad Heiligenstadt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72536" y="3922776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463976" y="3977640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Thuy Nguyen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45688" y="4426610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Einbeck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42152" y="1207008"/>
            <a:ext cx="2577008" cy="548640"/>
          </a:xfrm>
          <a:prstGeom prst="roundRect">
            <a:avLst>
              <a:gd name="adj" fmla="val 11667"/>
            </a:avLst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33592" y="1207008"/>
            <a:ext cx="239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Sontra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242152" y="1892808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33592" y="1947672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Khue Do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15304" y="2396642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Kirchheim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42152" y="2907792"/>
            <a:ext cx="2577008" cy="868680"/>
          </a:xfrm>
          <a:prstGeom prst="roundRect">
            <a:avLst>
              <a:gd name="adj" fmla="val 6316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333592" y="2962656"/>
            <a:ext cx="23941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Truong Thuy Vi Linh Vu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315304" y="3411626"/>
            <a:ext cx="243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Baunatal, Kassel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8FCE7A"/>
          </a:solidFill>
          <a:ln w="12700">
            <a:solidFill>
              <a:srgbClr val="8FCE7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0392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Minijob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99384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ED9B40"/>
          </a:solidFill>
          <a:ln w="12700">
            <a:solidFill>
              <a:srgbClr val="ED9B4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46856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 Shopleiter/-in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095848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43320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Vollzeit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892311" y="5989320"/>
            <a:ext cx="274320" cy="237744"/>
          </a:xfrm>
          <a:prstGeom prst="roundRect">
            <a:avLst>
              <a:gd name="adj" fmla="val 15385"/>
            </a:avLst>
          </a:prstGeom>
          <a:solidFill>
            <a:srgbClr val="F2C6A0"/>
          </a:solidFill>
          <a:ln w="12700">
            <a:solidFill>
              <a:srgbClr val="F2C6A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39783" y="5952744"/>
            <a:ext cx="243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Teilzeit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631850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= arbeitet bei Bedarf auch in einer weiteren Filiale (Zweitfiliale, z. B. bei Krankheit oder Urlaub)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661111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3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Alle Mitarbeitenden sind verpflichtet, bei Bedarf in einer anderen Filiale des eigenen Bereichs zu arbeiten.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774375" y="6611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Seite 4 von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2026-09-06T19:07:39Z</dcterms:created>
  <dcterms:modified xsi:type="dcterms:W3CDTF">2026-09-06T19:07:39Z</dcterms:modified>
</cp:coreProperties>
</file>