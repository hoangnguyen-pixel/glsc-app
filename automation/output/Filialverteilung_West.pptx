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Filial- und Personalverteilung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arbeitet wo, und wer springt bei Bedarf in welcher weiteren Filiale ein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Bergheim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Dieu Quynh Trinh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Leverkusen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2536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63976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Bergisch Gladbach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72536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63976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Yasir Amjad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45688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Köln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72536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63976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Thanh Vu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445688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Köln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42152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33592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Bergneustadt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42152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33592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Archna Dhusia Sharma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15304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Bergisch Gladbach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42152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33592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Bayarmagnai Unurbat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15304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Remscheid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11767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203207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Bochum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111767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203207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 Chien Nguyen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184919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Essen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111767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203207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Hoan Tran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184919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Essen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8FCE7A"/>
          </a:solidFill>
          <a:ln w="12700">
            <a:solidFill>
              <a:srgbClr val="8FCE7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392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Minijob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299384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46856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 Shopleiter/-in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095848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43320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892311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39783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Teilzeit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631850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= arbeitet bei Bedarf auch in einer weiteren Filiale (Zweitfiliale, z. B. bei Krankheit oder Urlaub)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02920" y="661111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3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Alle Mitarbeitenden sind verpflichtet, bei Bedarf in einer anderen Filiale des eigenen Bereichs zu arbeiten.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0774375" y="6611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Seite 1 von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Filial- und Personalverteilung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arbeitet wo, und wer springt bei Bedarf in welcher weiteren Filiale ein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Düsseldorf Hauptstr.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 Sam Chin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Düsseldorf Zeppelinstr.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Nguyen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Düsseldorf Münsterstr.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922776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4360" y="3977640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Hongli Shao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" y="4426610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Düsseldorf Zeppelinstr.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72536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463976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Düsseldorf Münsterstr.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463976" y="1892808"/>
            <a:ext cx="239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kein festes Personal –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(nur Zweitfiliale-Unterstützung)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42152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33592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Düsseldorf Zeppelinstr.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42152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333592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Minh Nguyen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15304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Düsseldorf Hauptstr.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42152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33592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Rona Cita Azizah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315304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Düsseldorf Hauptstr.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11767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203207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9111767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203207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Endhamya Asemenintha Meliala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184919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Bochum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11767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203207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Thanh Trinh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184919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Bochum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8FCE7A"/>
          </a:solidFill>
          <a:ln w="12700">
            <a:solidFill>
              <a:srgbClr val="8FCE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0392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Minijob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99384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46856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 Shopleiter/-in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95848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43320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892311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39783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Teilzeit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502920" y="631850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= arbeitet bei Bedarf auch in einer weiteren Filiale (Zweitfiliale, z. B. bei Krankheit oder Urlaub)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661111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3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Alle Mitarbeitenden sind verpflichtet, bei Bedarf in einer anderen Filiale des eigenen Bereichs zu arbeiten.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774375" y="6611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Seite 2 von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Filial- und Personalverteilung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arbeitet wo, und wer springt bei Bedarf in welcher weiteren Filiale ein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Hagen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Dandan Schütte-Wei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Wuppertal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Ta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Bochum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2536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63976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Hattingen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372536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63976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Quoc Bao Huynh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445688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Bochum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72536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8FCE7A"/>
          </a:solidFill>
          <a:ln w="12700">
            <a:solidFill>
              <a:srgbClr val="8FCE7A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463976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Thanchanok Hahlweg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45688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Bochum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42152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333592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Hilden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42152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33592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Mai Nguyen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315304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Remscheid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42152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33592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Paramita Dian Purnomo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15304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Remscheid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42152" y="3922776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333592" y="3977640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Susdalia Silitonga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315304" y="4426610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Wuppertal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42152" y="4937760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333592" y="4992624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Hai Nguyen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315304" y="5441594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Leverkusen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8FCE7A"/>
          </a:solidFill>
          <a:ln w="12700">
            <a:solidFill>
              <a:srgbClr val="8FCE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0392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Minijob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99384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46856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 Shopleiter/-in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95848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43320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892311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39783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Teilzeit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502920" y="631850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= arbeitet bei Bedarf auch in einer weiteren Filiale (Zweitfiliale, z. B. bei Krankheit oder Urlaub)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661111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3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Alle Mitarbeitenden sind verpflichtet, bei Bedarf in einer anderen Filiale des eigenen Bereichs zu arbeiten.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774375" y="6611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Seite 3 von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Filial- und Personalverteilung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arbeitet wo, und wer springt bei Bedarf in welcher weiteren Filiale ein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Köln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 Park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Bergisch Gladbach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Bich Tran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Bergisch Gladbach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72536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63976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Leverkusen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372536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63976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Panadda Frunzescu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45688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Hilden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72536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463976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Minh Chau Trinh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45688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Düsseldorf Hauptstr.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72536" y="3922776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463976" y="3977640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Ngoc Anh Nguyen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45688" y="4426610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Hilden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42152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33592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Neuss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242152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33592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Hongbiao Li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15304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Bergheim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42152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333592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Xiaoxi Kang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315304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Bergheim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8FCE7A"/>
          </a:solidFill>
          <a:ln w="12700">
            <a:solidFill>
              <a:srgbClr val="8FCE7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0392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Minijob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99384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46856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 Shopleiter/-in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095848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43320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892311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39783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Teilzeit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31850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= arbeitet bei Bedarf auch in einer weiteren Filiale (Zweitfiliale, z. B. bei Krankheit oder Urlaub)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661111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3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Alle Mitarbeitenden sind verpflichtet, bei Bedarf in einer anderen Filiale des eigenen Bereichs zu arbeiten.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774375" y="6611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Seite 4 von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Filial- und Personalverteilung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arbeitet wo, und wer springt bei Bedarf in welcher weiteren Filiale ein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Remscheid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8FCE7A"/>
          </a:solidFill>
          <a:ln w="12700">
            <a:solidFill>
              <a:srgbClr val="8FCE7A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 Thuan Nguyen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Wuppertal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Son Vu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Wuppertal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2536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63976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Wesel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372536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63976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 Anh Khuu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445688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Essen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72536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463976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 Hanh Doan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445688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Essen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72536" y="3922776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463976" y="3977640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Ngoc Thanh Nha Nguyen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45688" y="4426610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Düsseldorf Zeppelinstr.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42152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33592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Wuppertal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242152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33592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Linh Heidel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15304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Hagen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42152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333592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Nguyen Doan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315304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Remscheid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8FCE7A"/>
          </a:solidFill>
          <a:ln w="12700">
            <a:solidFill>
              <a:srgbClr val="8FCE7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0392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Minijob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99384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46856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 Shopleiter/-in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095848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43320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892311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39783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Teilzeit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31850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= arbeitet bei Bedarf auch in einer weiteren Filiale (Zweitfiliale, z. B. bei Krankheit oder Urlaub)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661111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3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Alle Mitarbeitenden sind verpflichtet, bei Bedarf in einer anderen Filiale des eigenen Bereichs zu arbeiten.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774375" y="6611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Seite 5 von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2026-09-06T19:07:39Z</dcterms:created>
  <dcterms:modified xsi:type="dcterms:W3CDTF">2026-09-06T19:07:39Z</dcterms:modified>
</cp:coreProperties>
</file>